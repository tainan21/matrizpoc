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24f60b23264184" /><Relationship Type="http://schemas.openxmlformats.org/officeDocument/2006/relationships/extended-properties" Target="/docProps/app.xml" Id="R01dd143b887245ee" /><Relationship Type="http://schemas.openxmlformats.org/officeDocument/2006/relationships/officeDocument" Target="/ppt/presentation.xml" Id="R6d3f926f5b9549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048f3a1522464d"/>
  </p:sldMasterIdLst>
  <p:notesMasterIdLst>
    <p:notesMasterId xmlns:r="http://schemas.openxmlformats.org/officeDocument/2006/relationships" r:id="Rbc4f8ce69cee4c78"/>
  </p:notesMasterIdLst>
  <p:sldIdLst>
    <p:sldId xmlns:r="http://schemas.openxmlformats.org/officeDocument/2006/relationships" id="256" r:id="R754e2fc22f6842d2"/>
    <p:sldId xmlns:r="http://schemas.openxmlformats.org/officeDocument/2006/relationships" id="257" r:id="R4c83f5c424244684"/>
    <p:sldId xmlns:r="http://schemas.openxmlformats.org/officeDocument/2006/relationships" id="258" r:id="Re240ee61770a44d9"/>
    <p:sldId xmlns:r="http://schemas.openxmlformats.org/officeDocument/2006/relationships" id="259" r:id="R08449095bc784149"/>
    <p:sldId xmlns:r="http://schemas.openxmlformats.org/officeDocument/2006/relationships" id="260" r:id="R515f7683209e47d5"/>
    <p:sldId xmlns:r="http://schemas.openxmlformats.org/officeDocument/2006/relationships" id="261" r:id="R866c17d714ee4402"/>
    <p:sldId xmlns:r="http://schemas.openxmlformats.org/officeDocument/2006/relationships" id="262" r:id="R52c4c872395c4b70"/>
    <p:sldId xmlns:r="http://schemas.openxmlformats.org/officeDocument/2006/relationships" id="263" r:id="R4e8a30dde5c04e48"/>
    <p:sldId xmlns:r="http://schemas.openxmlformats.org/officeDocument/2006/relationships" id="264" r:id="R1ff614cedd044df9"/>
    <p:sldId xmlns:r="http://schemas.openxmlformats.org/officeDocument/2006/relationships" id="265" r:id="Ra466ec21ff6141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b1e7ffe0bb4ccb" /><Relationship Type="http://schemas.openxmlformats.org/officeDocument/2006/relationships/slideMaster" Target="/ppt/slideMasters/slideMaster1.xml" Id="R50048f3a1522464d" /><Relationship Type="http://schemas.openxmlformats.org/officeDocument/2006/relationships/notesMaster" Target="/ppt/notesMasters/notesMaster1.xml" Id="Rbc4f8ce69cee4c78" /><Relationship Type="http://schemas.openxmlformats.org/officeDocument/2006/relationships/presProps" Target="/ppt/presProps.xml" Id="R7434eea83a374a15" /><Relationship Type="http://schemas.openxmlformats.org/officeDocument/2006/relationships/tableStyles" Target="/ppt/tableStyles.xml" Id="R790ce86a00794622" /><Relationship Type="http://schemas.openxmlformats.org/officeDocument/2006/relationships/slide" Target="/ppt/slides/slide1.xml" Id="R754e2fc22f6842d2" /><Relationship Type="http://schemas.openxmlformats.org/officeDocument/2006/relationships/slide" Target="/ppt/slides/slide2.xml" Id="R4c83f5c424244684" /><Relationship Type="http://schemas.openxmlformats.org/officeDocument/2006/relationships/slide" Target="/ppt/slides/slide3.xml" Id="Re240ee61770a44d9" /><Relationship Type="http://schemas.openxmlformats.org/officeDocument/2006/relationships/slide" Target="/ppt/slides/slide4.xml" Id="R08449095bc784149" /><Relationship Type="http://schemas.openxmlformats.org/officeDocument/2006/relationships/slide" Target="/ppt/slides/slide5.xml" Id="R515f7683209e47d5" /><Relationship Type="http://schemas.openxmlformats.org/officeDocument/2006/relationships/slide" Target="/ppt/slides/slide6.xml" Id="R866c17d714ee4402" /><Relationship Type="http://schemas.openxmlformats.org/officeDocument/2006/relationships/slide" Target="/ppt/slides/slide7.xml" Id="R52c4c872395c4b70" /><Relationship Type="http://schemas.openxmlformats.org/officeDocument/2006/relationships/slide" Target="/ppt/slides/slide8.xml" Id="R4e8a30dde5c04e48" /><Relationship Type="http://schemas.openxmlformats.org/officeDocument/2006/relationships/slide" Target="/ppt/slides/slide9.xml" Id="R1ff614cedd044df9" /><Relationship Type="http://schemas.openxmlformats.org/officeDocument/2006/relationships/slide" Target="/ppt/slides/slide10.xml" Id="Ra466ec21ff6141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4dca39e2af45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2ffb4770404eda" /><Relationship Type="http://schemas.openxmlformats.org/officeDocument/2006/relationships/notesMaster" Target="/ppt/notesMasters/notesMaster1.xml" Id="R656aedac4e6e4a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f09c47bf8f442e" /><Relationship Type="http://schemas.openxmlformats.org/officeDocument/2006/relationships/notesMaster" Target="/ppt/notesMasters/notesMaster1.xml" Id="R6f075da0ac6a40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901b1b8a9a461b" /><Relationship Type="http://schemas.openxmlformats.org/officeDocument/2006/relationships/notesMaster" Target="/ppt/notesMasters/notesMaster1.xml" Id="R72c40170721d46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4850a2b1584670" /><Relationship Type="http://schemas.openxmlformats.org/officeDocument/2006/relationships/notesMaster" Target="/ppt/notesMasters/notesMaster1.xml" Id="R0e9ed0a60f604e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791e8304e44fbc" /><Relationship Type="http://schemas.openxmlformats.org/officeDocument/2006/relationships/notesMaster" Target="/ppt/notesMasters/notesMaster1.xml" Id="Rdd797904878d4e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5a552edabe4af9" /><Relationship Type="http://schemas.openxmlformats.org/officeDocument/2006/relationships/notesMaster" Target="/ppt/notesMasters/notesMaster1.xml" Id="R690136796f134f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edcca5da83461a" /><Relationship Type="http://schemas.openxmlformats.org/officeDocument/2006/relationships/notesMaster" Target="/ppt/notesMasters/notesMaster1.xml" Id="Ra3dd36e08ec34b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a103303eda4348" /><Relationship Type="http://schemas.openxmlformats.org/officeDocument/2006/relationships/notesMaster" Target="/ppt/notesMasters/notesMaster1.xml" Id="R09e777023d0448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ec6bfbfbb24a1b" /><Relationship Type="http://schemas.openxmlformats.org/officeDocument/2006/relationships/notesMaster" Target="/ppt/notesMasters/notesMaster1.xml" Id="Re0869117f61646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a4ce94b30c4308" /><Relationship Type="http://schemas.openxmlformats.org/officeDocument/2006/relationships/notesMaster" Target="/ppt/notesMasters/notesMaster1.xml" Id="R46146b9960de43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10857fc434c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ed7e4128e74990" /><Relationship Type="http://schemas.openxmlformats.org/officeDocument/2006/relationships/slideLayout" Target="/ppt/slideLayouts/slideLayout1.xml" Id="R953de1c3dd1143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3de1c3dd1143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56b5f0ece4365" /><Relationship Type="http://schemas.openxmlformats.org/officeDocument/2006/relationships/notesSlide" Target="/ppt/notesSlides/notesSlide1.xml" Id="Rd30942a1308941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f435a57824e78" /><Relationship Type="http://schemas.openxmlformats.org/officeDocument/2006/relationships/notesSlide" Target="/ppt/notesSlides/notesSlide2.xml" Id="R9ca2843a371a4b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27c35878b4ea9" /><Relationship Type="http://schemas.openxmlformats.org/officeDocument/2006/relationships/notesSlide" Target="/ppt/notesSlides/notesSlide3.xml" Id="R89ae5772d7eb4f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1b30ac78a4b55" /><Relationship Type="http://schemas.openxmlformats.org/officeDocument/2006/relationships/notesSlide" Target="/ppt/notesSlides/notesSlide4.xml" Id="R8b9d1d22cc9646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c73cdc8aa4509" /><Relationship Type="http://schemas.openxmlformats.org/officeDocument/2006/relationships/image" Target="/ppt/media/image.png" Id="Ra02ee81a67e54325" /><Relationship Type="http://schemas.openxmlformats.org/officeDocument/2006/relationships/notesSlide" Target="/ppt/notesSlides/notesSlide5.xml" Id="Rc67d14f5d7314b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3cb8cfcdf4f22" /><Relationship Type="http://schemas.openxmlformats.org/officeDocument/2006/relationships/image" Target="/ppt/media/image2.png" Id="R38c98ab0da0f4ef2" /><Relationship Type="http://schemas.openxmlformats.org/officeDocument/2006/relationships/notesSlide" Target="/ppt/notesSlides/notesSlide6.xml" Id="Rbc665c667a514d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e2814621a495c" /><Relationship Type="http://schemas.openxmlformats.org/officeDocument/2006/relationships/notesSlide" Target="/ppt/notesSlides/notesSlide7.xml" Id="R58a68adf70a543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128ff53f74748" /><Relationship Type="http://schemas.openxmlformats.org/officeDocument/2006/relationships/notesSlide" Target="/ppt/notesSlides/notesSlide8.xml" Id="R7806870780e849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f2680b80646b7" /><Relationship Type="http://schemas.openxmlformats.org/officeDocument/2006/relationships/notesSlide" Target="/ppt/notesSlides/notesSlide9.xml" Id="Rdb29116e24b547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c2fa9a5e949cc" /><Relationship Type="http://schemas.openxmlformats.org/officeDocument/2006/relationships/notesSlide" Target="/ppt/notesSlides/notesSlide10.xml" Id="R1fa793527f6d4e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A9114-20B9-4A6C-B0A0-BD920FEB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B972E-C4BE-4A7E-949B-2B3A816C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9BFF"/>
                </a:solidFill>
              </a:defRPr>
            </a:pPr>
            <a:r>
              <a:rPr sz="1200" b="1">
                <a:solidFill>
                  <a:srgbClr val="B89BFF"/>
                </a:solidFill>
              </a:rPr>
              <a:t>MATRIZ /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2BA3A-D757-4E07-A0BB-0D350BBE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981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Uma principal coerente.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Um patrimônio preservado.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35D66-0A4A-43C6-B50C-0C96FCD0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9E0"/>
                </a:solidFill>
              </a:defRPr>
            </a:pPr>
            <a:r>
              <a:rPr sz="1800" b="0">
                <a:solidFill>
                  <a:srgbClr val="D7D9E0"/>
                </a:solidFill>
              </a:rPr>
              <a:t>Consolidação histórica, arquitetura, instaladores e gates de publicação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2C56B-CF43-4AE9-BEE7-169CCF9E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9BFF"/>
                </a:solidFill>
              </a:defRPr>
            </a:pPr>
            <a:r>
              <a:rPr sz="1200" b="1">
                <a:solidFill>
                  <a:srgbClr val="B89BFF"/>
                </a:solidFill>
              </a:rPr>
              <a:t>27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699733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E5963-B65C-44C3-9E71-A635AF48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C6C83-AE60-4CE0-BDC2-7FE3B0D0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37E8"/>
                </a:solidFill>
              </a:defRPr>
            </a:pPr>
            <a:r>
              <a:rPr sz="1125" b="1">
                <a:solidFill>
                  <a:srgbClr val="7037E8"/>
                </a:solidFill>
              </a:rPr>
              <a:t>MATRIZ /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39EA0-91A8-43E1-81F8-9ADC9AC0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A V1 é seleção auditada — não soma indiscriminada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92EA2-CD90-49FB-9AB0-A8E75EB3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070"/>
                </a:solidFill>
              </a:defRPr>
            </a:pPr>
            <a:r>
              <a:rPr sz="975" b="1">
                <a:solidFill>
                  <a:srgbClr val="5A6070"/>
                </a:solidFill>
              </a:rPr>
              <a:t>27 AGO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60030-6286-4335-9504-247B749E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Branches úteis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8CE25-C67E-4A3A-AC8D-B02537CC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70"/>
                </a:solidFill>
              </a:defRPr>
            </a:pPr>
            <a:r>
              <a:rPr sz="1350" b="0">
                <a:solidFill>
                  <a:srgbClr val="5A6070"/>
                </a:solidFill>
              </a:rPr>
              <a:t>implementadas ou reconstruídas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FF1E4-34B2-4270-A1CD-AB5B3BA9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Duplicações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9CC5F-9637-4B18-9E55-229A42DC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70"/>
                </a:solidFill>
              </a:defRPr>
            </a:pPr>
            <a:r>
              <a:rPr sz="1350" b="0">
                <a:solidFill>
                  <a:srgbClr val="5A6070"/>
                </a:solidFill>
              </a:rPr>
              <a:t>mantidas como referência histórica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C35C4-35DC-4BF7-AF41-40B6BA4F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Experimentos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8AEAB-144A-402C-A908-73FC9F9A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90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70"/>
                </a:solidFill>
              </a:defRPr>
            </a:pPr>
            <a:r>
              <a:rPr sz="1350" b="0">
                <a:solidFill>
                  <a:srgbClr val="5A6070"/>
                </a:solidFill>
              </a:rPr>
              <a:t>preservados fora da linha principal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43CA2-A2A2-452C-AB25-8AAA93C4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28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1FF"/>
          </a:solidFill>
          <a:ln xmlns:a="http://schemas.openxmlformats.org/drawingml/2006/main" w="9525">
            <a:solidFill>
              <a:srgbClr val="703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A334A-E993-44EF-9D9E-6CA35DC6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037E8"/>
                </a:solidFill>
              </a:defRPr>
            </a:pPr>
            <a:r>
              <a:rPr sz="2625" b="1">
                <a:solidFill>
                  <a:srgbClr val="7037E8"/>
                </a:solidFill>
              </a:rPr>
              <a:t>master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D3D8B-7CCA-4326-B2E1-6B372C0F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24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70"/>
                </a:solidFill>
              </a:defRPr>
            </a:pPr>
            <a:r>
              <a:rPr sz="1500" b="0">
                <a:solidFill>
                  <a:srgbClr val="5A6070"/>
                </a:solidFill>
              </a:rPr>
              <a:t>laboratório V1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AC37A-D223-4F2C-9EFF-D7612E4E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00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037E8"/>
                </a:solidFill>
              </a:defRPr>
            </a:pPr>
            <a:r>
              <a:rPr sz="2850" b="1">
                <a:solidFill>
                  <a:srgbClr val="7037E8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4C973-5CDE-4F6A-8FA6-274F9E21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719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</a:defRPr>
            </a:pPr>
            <a:r>
              <a:rPr sz="2250" b="1">
                <a:solidFill>
                  <a:srgbClr val="111318"/>
                </a:solidFill>
              </a:rPr>
              <a:t>gates + auditoria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60170-7231-4FE7-8A4C-B334976B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037E8"/>
                </a:solidFill>
              </a:defRPr>
            </a:pPr>
            <a:r>
              <a:rPr sz="2850" b="1">
                <a:solidFill>
                  <a:srgbClr val="7037E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478AD-DE74-4DD0-9F60-4981F831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7A55"/>
                </a:solidFill>
              </a:defRPr>
            </a:pPr>
            <a:r>
              <a:rPr sz="2625" b="1">
                <a:solidFill>
                  <a:srgbClr val="087A55"/>
                </a:solidFill>
              </a:rPr>
              <a:t>main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6698A-A5F8-4F34-9259-9DC9F377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70"/>
                </a:solidFill>
              </a:defRPr>
            </a:pPr>
            <a:r>
              <a:rPr sz="1500" b="0">
                <a:solidFill>
                  <a:srgbClr val="5A6070"/>
                </a:solidFill>
              </a:rPr>
              <a:t>V1 canônica</a:t>
            </a:r>
          </a:p>
        </p:txBody>
      </p:sp>
    </p:spTree>
    <p:extLst>
      <p:ext uri="{BB962C8B-B14F-4D97-AF65-F5344CB8AC3E}">
        <p14:creationId xmlns:p14="http://schemas.microsoft.com/office/powerpoint/2010/main" val="614340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F2701E-357D-4396-8B14-546170A6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F9C12-476C-4411-B51A-ACDACA32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37E8"/>
                </a:solidFill>
              </a:defRPr>
            </a:pPr>
            <a:r>
              <a:rPr sz="1125" b="1">
                <a:solidFill>
                  <a:srgbClr val="7037E8"/>
                </a:solidFill>
              </a:rPr>
              <a:t>MATRIZ /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54975-29C2-4A63-9D21-DBF09023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O núcleo funcional chegou em oito ondas rastreáveis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58339-4ED3-433C-B89D-BF1EF0FF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070"/>
                </a:solidFill>
              </a:defRPr>
            </a:pPr>
            <a:r>
              <a:rPr sz="975" b="1">
                <a:solidFill>
                  <a:srgbClr val="5A6070"/>
                </a:solidFill>
              </a:rPr>
              <a:t>27 AGO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3F523-32B9-409F-9C44-4B5FCC9B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33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D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FAD6A-4667-42B4-970E-6C89734B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037E8"/>
                </a:solidFill>
              </a:defRPr>
            </a:pPr>
            <a:r>
              <a:rPr sz="2550" b="1">
                <a:solidFill>
                  <a:srgbClr val="7037E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CFBBA-F93C-41E1-8051-ABA40BD6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Fundação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53368-DA90-4790-85DC-6D7DFE88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333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D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64510-DAEA-47E6-BD68-BAE89AEF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47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037E8"/>
                </a:solidFill>
              </a:defRPr>
            </a:pPr>
            <a:r>
              <a:rPr sz="2550" b="1">
                <a:solidFill>
                  <a:srgbClr val="7037E8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CEACA-A251-49E2-866A-9F4AE93F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0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Apps centrais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7885E-8B2C-4C2F-A789-74BEF08C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2333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D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AC6F1-5F68-40D9-A232-1C5073B6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47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037E8"/>
                </a:solidFill>
              </a:defRPr>
            </a:pPr>
            <a:r>
              <a:rPr sz="2550" b="1">
                <a:solidFill>
                  <a:srgbClr val="7037E8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3CA63-5F7D-4F68-B3FA-CB73A6BE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0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Identity/Desktop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C50CC-6762-4CB0-B311-A2BF102A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14500"/>
            <a:ext cx="2333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D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D4F31-E949-4D57-9576-C7748381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47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037E8"/>
                </a:solidFill>
              </a:defRPr>
            </a:pPr>
            <a:r>
              <a:rPr sz="2550" b="1">
                <a:solidFill>
                  <a:srgbClr val="7037E8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A6929-D762-4D95-AB58-6719DC72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Seumei/Admin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91329-AEC8-4666-94D2-8624374D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333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D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06A5B-454F-44B3-BCB7-ED648C95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037E8"/>
                </a:solidFill>
              </a:defRPr>
            </a:pPr>
            <a:r>
              <a:rPr sz="2550" b="1">
                <a:solidFill>
                  <a:srgbClr val="7037E8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47670-74BF-4790-9834-B4C71F39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Hub/MatrizLib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C6151-5F63-45F2-9EDB-411E0C25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333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D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0C613-5CA3-4CA4-8205-FFF6E683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57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037E8"/>
                </a:solidFill>
              </a:defRPr>
            </a:pPr>
            <a:r>
              <a:rPr sz="2550" b="1">
                <a:solidFill>
                  <a:srgbClr val="7037E8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BD8C2-B541-49DC-BDB8-1540C62F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100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Control/Workbench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9CDAE-A09F-46F9-9B52-F9AF2992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2333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D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D9C930-589B-4B51-A9CE-9337F6F1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037E8"/>
                </a:solidFill>
              </a:defRPr>
            </a:pPr>
            <a:r>
              <a:rPr sz="2550" b="1">
                <a:solidFill>
                  <a:srgbClr val="7037E8"/>
                </a:solidFill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2727A-08AC-4193-9767-9B16A3EB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100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Comandos/Auditoria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AC1749-A8CA-45AD-8D67-B7E1834D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24250"/>
            <a:ext cx="2333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5F1FF"/>
          </a:solidFill>
          <a:ln xmlns:a="http://schemas.openxmlformats.org/drawingml/2006/main" w="9525">
            <a:solidFill>
              <a:srgbClr val="7037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AA8D57-C6CB-4C98-8B26-2C72F50E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57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037E8"/>
                </a:solidFill>
              </a:defRPr>
            </a:pPr>
            <a:r>
              <a:rPr sz="2550" b="1">
                <a:solidFill>
                  <a:srgbClr val="7037E8"/>
                </a:solidFill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134A3-4435-43BD-AF78-0DEBA1B7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Ops/Pay</a:t>
            </a:r>
          </a:p>
        </p:txBody>
      </p:sp>
    </p:spTree>
    <p:extLst>
      <p:ext uri="{BB962C8B-B14F-4D97-AF65-F5344CB8AC3E}">
        <p14:creationId xmlns:p14="http://schemas.microsoft.com/office/powerpoint/2010/main" val="1766004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6C2C6-42AB-46A1-AB70-1C98096B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664BC-E474-499D-85BC-08E3386F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37E8"/>
                </a:solidFill>
              </a:defRPr>
            </a:pPr>
            <a:r>
              <a:rPr sz="1125" b="1">
                <a:solidFill>
                  <a:srgbClr val="7037E8"/>
                </a:solidFill>
              </a:rPr>
              <a:t>MATRIZ /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9AE51-CE74-42B1-A690-AB08B5C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Os gates dão evidência concreta à promoção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969B9-7FD4-4B6B-8EC2-51252433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070"/>
                </a:solidFill>
              </a:defRPr>
            </a:pPr>
            <a:r>
              <a:rPr sz="975" b="1">
                <a:solidFill>
                  <a:srgbClr val="5A6070"/>
                </a:solidFill>
              </a:rPr>
              <a:t>27 AGO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05221-C75F-420B-95CE-D4954FAF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037E8"/>
                </a:solidFill>
              </a:defRPr>
            </a:pPr>
            <a:r>
              <a:rPr sz="4200" b="1">
                <a:solidFill>
                  <a:srgbClr val="7037E8"/>
                </a:solidFill>
              </a:rPr>
              <a:t>366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63326-1C44-4D08-8788-2266EC6E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70"/>
                </a:solidFill>
              </a:defRPr>
            </a:pPr>
            <a:r>
              <a:rPr sz="1350" b="0">
                <a:solidFill>
                  <a:srgbClr val="5A6070"/>
                </a:solidFill>
              </a:rPr>
              <a:t>testes smoke aprovados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45FCF-2DDF-4CA7-91B6-BE79FF4F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037E8"/>
                </a:solidFill>
              </a:defRPr>
            </a:pPr>
            <a:r>
              <a:rPr sz="4200" b="1">
                <a:solidFill>
                  <a:srgbClr val="7037E8"/>
                </a:solidFill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99D48-6722-4318-B272-77389439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146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70"/>
                </a:solidFill>
              </a:defRPr>
            </a:pPr>
            <a:r>
              <a:rPr sz="1350" b="0">
                <a:solidFill>
                  <a:srgbClr val="5A6070"/>
                </a:solidFill>
              </a:rPr>
              <a:t>arquivos de teste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6826A-EC87-4A70-BF5F-F2AAD4D4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7A55"/>
                </a:solidFill>
              </a:defRPr>
            </a:pPr>
            <a:r>
              <a:rPr sz="4200" b="1">
                <a:solidFill>
                  <a:srgbClr val="087A55"/>
                </a:solidFill>
              </a:rPr>
              <a:t>43/43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4D600-7FC1-4A00-9412-356F338E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70"/>
                </a:solidFill>
              </a:defRPr>
            </a:pPr>
            <a:r>
              <a:rPr sz="1350" b="0">
                <a:solidFill>
                  <a:srgbClr val="5A6070"/>
                </a:solidFill>
              </a:rPr>
              <a:t>lint + typecheck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D2662-1546-4BC2-8129-4FC0D53B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037E8"/>
                </a:solidFill>
              </a:defRPr>
            </a:pPr>
            <a:r>
              <a:rPr sz="4200" b="1">
                <a:solidFill>
                  <a:srgbClr val="7037E8"/>
                </a:solidFill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58129-3832-420A-897E-A7045CB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146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70"/>
                </a:solidFill>
              </a:defRPr>
            </a:pPr>
            <a:r>
              <a:rPr sz="1350" b="0">
                <a:solidFill>
                  <a:srgbClr val="5A6070"/>
                </a:solidFill>
              </a:rPr>
              <a:t>fontes Prisma auditadas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40017-D395-4585-8DC5-B0889DC0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287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BF7"/>
          </a:solidFill>
          <a:ln xmlns:a="http://schemas.openxmlformats.org/drawingml/2006/main" w="9525">
            <a:solidFill>
              <a:srgbClr val="087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36C32-AB6F-401C-AC3D-4C8A60C1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A55"/>
                </a:solidFill>
              </a:defRPr>
            </a:pPr>
            <a:r>
              <a:rPr sz="2250" b="1">
                <a:solidFill>
                  <a:srgbClr val="087A55"/>
                </a:solidFill>
              </a:rPr>
              <a:t>A main só virou V1 depois da validação do laboratório.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73AA3-74BE-49A5-9F33-F519B94C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070"/>
                </a:solidFill>
              </a:defRPr>
            </a:pPr>
            <a:r>
              <a:rPr sz="1425" b="0">
                <a:solidFill>
                  <a:srgbClr val="5A6070"/>
                </a:solidFill>
              </a:rPr>
              <a:t>Validação local não equivale a produção: instalação limpa, assinatura e integrações reais continuam no gate.</a:t>
            </a:r>
          </a:p>
        </p:txBody>
      </p:sp>
    </p:spTree>
    <p:extLst>
      <p:ext uri="{BB962C8B-B14F-4D97-AF65-F5344CB8AC3E}">
        <p14:creationId xmlns:p14="http://schemas.microsoft.com/office/powerpoint/2010/main" val="1345750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D4A26-2096-4581-A561-9D8347D1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5D25D-C8BC-4735-B021-F96C2D76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37E8"/>
                </a:solidFill>
              </a:defRPr>
            </a:pPr>
            <a:r>
              <a:rPr sz="1125" b="1">
                <a:solidFill>
                  <a:srgbClr val="7037E8"/>
                </a:solidFill>
              </a:rPr>
              <a:t>MATRIZ /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80110-64F2-4622-9B05-D6A5C133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Control materializa o cockpit operacional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B8763-3567-4C79-8D20-5A307424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070"/>
                </a:solidFill>
              </a:defRPr>
            </a:pPr>
            <a:r>
              <a:rPr sz="975" b="1">
                <a:solidFill>
                  <a:srgbClr val="5A6070"/>
                </a:solidFill>
              </a:rPr>
              <a:t>27 AGO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ee81a67e54325"/>
          <a:stretch xmlns:a="http://schemas.openxmlformats.org/drawingml/2006/main"/>
        </p:blipFill>
        <p:spPr>
          <a:xfrm xmlns:a="http://schemas.openxmlformats.org/drawingml/2006/main">
            <a:off x="1040130" y="1524000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828CF-EB3C-47DC-940C-A23B59D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037E8"/>
                </a:solidFill>
              </a:defRPr>
            </a:pPr>
            <a:r>
              <a:rPr sz="1950" b="1">
                <a:solidFill>
                  <a:srgbClr val="7037E8"/>
                </a:solidFill>
              </a:rPr>
              <a:t>Evidência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A84DA-04C7-4412-9C2E-B39C07B4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2571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70"/>
                </a:solidFill>
              </a:defRPr>
            </a:pPr>
            <a:r>
              <a:rPr sz="1500" b="0">
                <a:solidFill>
                  <a:srgbClr val="5A6070"/>
                </a:solidFill>
              </a:rPr>
              <a:t>Execução local com navegação operacional visível e sem dados sensíveis no registro.</a:t>
            </a:r>
          </a:p>
        </p:txBody>
      </p:sp>
    </p:spTree>
    <p:extLst>
      <p:ext uri="{BB962C8B-B14F-4D97-AF65-F5344CB8AC3E}">
        <p14:creationId xmlns:p14="http://schemas.microsoft.com/office/powerpoint/2010/main" val="3113506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95D04-DDEF-4AF9-A131-B71968D3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AFDD0-18B9-4633-A450-4A5736A2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37E8"/>
                </a:solidFill>
              </a:defRPr>
            </a:pPr>
            <a:r>
              <a:rPr sz="1125" b="1">
                <a:solidFill>
                  <a:srgbClr val="7037E8"/>
                </a:solidFill>
              </a:rPr>
              <a:t>MATRIZ /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3CA7E-91AC-42C9-9185-BB50349C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MatrizLib torna os contratos visuais auditáveis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969BE-5EE1-4C83-AB20-8BE4E2C9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070"/>
                </a:solidFill>
              </a:defRPr>
            </a:pPr>
            <a:r>
              <a:rPr sz="975" b="1">
                <a:solidFill>
                  <a:srgbClr val="5A6070"/>
                </a:solidFill>
              </a:rPr>
              <a:t>27 AGO 2026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98ab0da0f4ef2"/>
          <a:stretch xmlns:a="http://schemas.openxmlformats.org/drawingml/2006/main"/>
        </p:blipFill>
        <p:spPr>
          <a:xfrm xmlns:a="http://schemas.openxmlformats.org/drawingml/2006/main">
            <a:off x="1019175" y="1524000"/>
            <a:ext cx="68580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1D239-2D0A-45BB-8F89-B74360B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037E8"/>
                </a:solidFill>
              </a:defRPr>
            </a:pPr>
            <a:r>
              <a:rPr sz="4200" b="1">
                <a:solidFill>
                  <a:srgbClr val="7037E8"/>
                </a:solidFill>
              </a:rPr>
              <a:t>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4D93E-5412-4B24-9037-AB75180C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574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70"/>
                </a:solidFill>
              </a:defRPr>
            </a:pPr>
            <a:r>
              <a:rPr sz="1350" b="0">
                <a:solidFill>
                  <a:srgbClr val="5A6070"/>
                </a:solidFill>
              </a:rPr>
              <a:t>componentes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FCEFE-4560-4EED-80A9-4D797A05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037E8"/>
                </a:solidFill>
              </a:defRPr>
            </a:pPr>
            <a:r>
              <a:rPr sz="4200" b="1">
                <a:solidFill>
                  <a:srgbClr val="7037E8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7462D-0004-4A01-AD4E-948C77D1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386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70"/>
                </a:solidFill>
              </a:defRPr>
            </a:pPr>
            <a:r>
              <a:rPr sz="1350" b="0">
                <a:solidFill>
                  <a:srgbClr val="5A6070"/>
                </a:solidFill>
              </a:rPr>
              <a:t>disponíveis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5B329-67A7-4584-9707-67E9D365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1487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037E8"/>
                </a:solidFill>
              </a:defRPr>
            </a:pPr>
            <a:r>
              <a:rPr sz="4200" b="1">
                <a:solidFill>
                  <a:srgbClr val="7037E8"/>
                </a:solidFill>
              </a:rPr>
              <a:t>85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601DE-070C-4D5B-88D0-382A7AC7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197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70"/>
                </a:solidFill>
              </a:defRPr>
            </a:pPr>
            <a:r>
              <a:rPr sz="1350" b="0">
                <a:solidFill>
                  <a:srgbClr val="5A6070"/>
                </a:solidFill>
              </a:rPr>
              <a:t>candidatos</a:t>
            </a:r>
          </a:p>
        </p:txBody>
      </p:sp>
    </p:spTree>
    <p:extLst>
      <p:ext uri="{BB962C8B-B14F-4D97-AF65-F5344CB8AC3E}">
        <p14:creationId xmlns:p14="http://schemas.microsoft.com/office/powerpoint/2010/main" val="17717899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338389-1A44-4E7D-A7CC-09E20D63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F130E-6DAA-44EF-81F0-22EAAE4F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37E8"/>
                </a:solidFill>
              </a:defRPr>
            </a:pPr>
            <a:r>
              <a:rPr sz="1125" b="1">
                <a:solidFill>
                  <a:srgbClr val="7037E8"/>
                </a:solidFill>
              </a:rPr>
              <a:t>MATRIZ /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945FD-27FB-44BB-B78C-A7BB7802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Quatro instaladores estão prontos para teste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A549F-EB0F-4056-B0E8-BB3A8A81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070"/>
                </a:solidFill>
              </a:defRPr>
            </a:pPr>
            <a:r>
              <a:rPr sz="975" b="1">
                <a:solidFill>
                  <a:srgbClr val="5A6070"/>
                </a:solidFill>
              </a:rPr>
              <a:t>27 AGO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B4FE2-B108-4854-AA7C-7C2B1FE7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28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D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562EA-3062-482B-8E6A-51C5D456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192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Control Electron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41531-9BC2-4D25-9F7A-4FAFFC15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19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70"/>
                </a:solidFill>
              </a:defRPr>
            </a:pPr>
            <a:r>
              <a:rPr sz="1500" b="0">
                <a:solidFill>
                  <a:srgbClr val="5A6070"/>
                </a:solidFill>
              </a:rPr>
              <a:t>208,8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FBBA4-F220-4D79-B28B-7097A5F6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192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A55"/>
                </a:solidFill>
              </a:defRPr>
            </a:pPr>
            <a:r>
              <a:rPr sz="1350" b="1">
                <a:solidFill>
                  <a:srgbClr val="087A55"/>
                </a:solidFill>
              </a:rPr>
              <a:t>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400CD-592A-4CC6-B397-C9833FEF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28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D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63542-4764-4F5F-9FF5-6EF9F261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Desktop Tauri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56E05-8895-4C92-8EF3-D81D8509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81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70"/>
                </a:solidFill>
              </a:defRPr>
            </a:pPr>
            <a:r>
              <a:rPr sz="1500" b="0">
                <a:solidFill>
                  <a:srgbClr val="5A6070"/>
                </a:solidFill>
              </a:rPr>
              <a:t>2,6 MB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25A3E-C6B7-409D-81D9-A6F60AB2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812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A55"/>
                </a:solidFill>
              </a:defRPr>
            </a:pPr>
            <a:r>
              <a:rPr sz="1350" b="1">
                <a:solidFill>
                  <a:srgbClr val="087A55"/>
                </a:solidFill>
              </a:rPr>
              <a:t>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EC7D8-6076-4BEA-A5B5-81E140D3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28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D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E0B71-DEE3-48F9-A968-BF0B2800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432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Admin Tauri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7F315-385B-4DC3-9EEB-B61F468A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43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70"/>
                </a:solidFill>
              </a:defRPr>
            </a:pPr>
            <a:r>
              <a:rPr sz="1500" b="0">
                <a:solidFill>
                  <a:srgbClr val="5A6070"/>
                </a:solidFill>
              </a:rPr>
              <a:t>2,0 MB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8DA1E-935B-43AF-A3B1-84324211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432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A55"/>
                </a:solidFill>
              </a:defRPr>
            </a:pPr>
            <a:r>
              <a:rPr sz="1350" b="1">
                <a:solidFill>
                  <a:srgbClr val="087A55"/>
                </a:solidFill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9A1A7-BAE1-4B08-99B4-E0AD2CE7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28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D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0FE36-43F1-4261-AF4E-A675704A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Ops Tauri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F6263-EA76-4DE0-818E-3620D36C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70"/>
                </a:solidFill>
              </a:defRPr>
            </a:pPr>
            <a:r>
              <a:rPr sz="1500" b="0">
                <a:solidFill>
                  <a:srgbClr val="5A6070"/>
                </a:solidFill>
              </a:rPr>
              <a:t>1,8 MB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359F6-A874-4897-BB59-200FC749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052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A55"/>
                </a:solidFill>
              </a:defRPr>
            </a:pPr>
            <a:r>
              <a:rPr sz="1350" b="1">
                <a:solidFill>
                  <a:srgbClr val="087A55"/>
                </a:solidFill>
              </a:rPr>
              <a:t>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E87FC-63A9-4885-9E79-ECECB810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28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7EC"/>
          </a:solidFill>
          <a:ln xmlns:a="http://schemas.openxmlformats.org/drawingml/2006/main" w="9525">
            <a:solidFill>
              <a:srgbClr val="E5A0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7970C-F4E9-4889-B02D-9E4A6B76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672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Seumei Desktop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D93BE-76F8-404A-99C8-A0A529C3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67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70"/>
                </a:solidFill>
              </a:defRPr>
            </a:pPr>
            <a:r>
              <a:rPr sz="1500" b="0">
                <a:solidFill>
                  <a:srgbClr val="5A6070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108F7-BF66-4294-995F-68E333CA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672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A65D00"/>
                </a:solidFill>
              </a:defRPr>
            </a:pPr>
            <a:r>
              <a:rPr sz="1350" b="1">
                <a:solidFill>
                  <a:srgbClr val="A65D00"/>
                </a:solidFill>
              </a:rPr>
              <a:t>BLOQUEADO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F4F732-2130-4BCB-9020-96831459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70"/>
                </a:solidFill>
              </a:defRPr>
            </a:pPr>
            <a:r>
              <a:rPr sz="1275" b="0">
                <a:solidFill>
                  <a:srgbClr val="5A6070"/>
                </a:solidFill>
              </a:rPr>
              <a:t>Hashes SHA-256 completos no manifesto. Binários locais e não assinados.</a:t>
            </a:r>
          </a:p>
        </p:txBody>
      </p:sp>
    </p:spTree>
    <p:extLst>
      <p:ext uri="{BB962C8B-B14F-4D97-AF65-F5344CB8AC3E}">
        <p14:creationId xmlns:p14="http://schemas.microsoft.com/office/powerpoint/2010/main" val="1127899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20D79-606A-45F9-BEF3-26C2740F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AD7A4-4F6B-4303-8710-54B1A380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37E8"/>
                </a:solidFill>
              </a:defRPr>
            </a:pPr>
            <a:r>
              <a:rPr sz="1125" b="1">
                <a:solidFill>
                  <a:srgbClr val="7037E8"/>
                </a:solidFill>
              </a:rPr>
              <a:t>MATRIZ /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998D2-3C93-4B2B-91EE-B6EA9257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As fronteiras impedem que a consolidação vire acoplamento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ADFE2-15E5-4082-84AB-6CC49EFA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070"/>
                </a:solidFill>
              </a:defRPr>
            </a:pPr>
            <a:r>
              <a:rPr sz="975" b="1">
                <a:solidFill>
                  <a:srgbClr val="5A6070"/>
                </a:solidFill>
              </a:rPr>
              <a:t>27 AGO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69226-FD57-4922-A067-A925BB51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9D9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CD00B-9F61-44B9-B0CE-3684217F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908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69FDC-BD19-425F-B2E9-B5A6F4FF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813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070"/>
                </a:solidFill>
              </a:defRPr>
            </a:pPr>
            <a:r>
              <a:rPr sz="1200" b="0">
                <a:solidFill>
                  <a:srgbClr val="5A6070"/>
                </a:solidFill>
              </a:rPr>
              <a:t>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ACC00-A982-4B5D-AB11-45629624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860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37E8"/>
                </a:solidFill>
              </a:defRPr>
            </a:pPr>
            <a:r>
              <a:rPr sz="2250" b="1">
                <a:solidFill>
                  <a:srgbClr val="7037E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05343-AEEC-433B-ADEC-FAB604EE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9D9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13072-77F8-4ABC-8EF7-B19D688E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22006-A8D9-431D-8AC3-6650CA3F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813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070"/>
                </a:solidFill>
              </a:defRPr>
            </a:pPr>
            <a:r>
              <a:rPr sz="1200" b="0">
                <a:solidFill>
                  <a:srgbClr val="5A6070"/>
                </a:solidFill>
              </a:rPr>
              <a:t>autoridade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06C96-EF0E-46AC-A28B-3EF9E05D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37E8"/>
                </a:solidFill>
              </a:defRPr>
            </a:pPr>
            <a:r>
              <a:rPr sz="2250" b="1">
                <a:solidFill>
                  <a:srgbClr val="7037E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9CCA1-395A-439B-80FB-239E3CEC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9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2DCA6-8284-4053-8A7E-41BE1B3D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908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Apps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62FB7-FEE7-4B3C-A10F-B4BD29B0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9813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070"/>
                </a:solidFill>
              </a:defRPr>
            </a:pPr>
            <a:r>
              <a:rPr sz="1200" b="0">
                <a:solidFill>
                  <a:srgbClr val="5A6070"/>
                </a:solidFill>
              </a:rPr>
              <a:t>domínio 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A8B99-FB0C-4770-879A-46B34FE0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860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37E8"/>
                </a:solidFill>
              </a:defRPr>
            </a:pPr>
            <a:r>
              <a:rPr sz="2250" b="1">
                <a:solidFill>
                  <a:srgbClr val="7037E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83A1D-CEFC-4C92-883C-C94E6998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5F1FF"/>
          </a:solidFill>
          <a:ln xmlns:a="http://schemas.openxmlformats.org/drawingml/2006/main" w="9525">
            <a:solidFill>
              <a:srgbClr val="7037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766C8-B042-4D7F-8F11-E6D2FB3D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908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37E8"/>
                </a:solidFill>
              </a:defRPr>
            </a:pPr>
            <a:r>
              <a:rPr sz="1650" b="1">
                <a:solidFill>
                  <a:srgbClr val="7037E8"/>
                </a:solidFill>
              </a:rPr>
              <a:t>Contratos 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7C909-9B27-4D32-B586-ACE6E4CA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813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070"/>
                </a:solidFill>
              </a:defRPr>
            </a:pPr>
            <a:r>
              <a:rPr sz="1200" b="0">
                <a:solidFill>
                  <a:srgbClr val="5A6070"/>
                </a:solidFill>
              </a:rPr>
              <a:t>integração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8B6E4-D15C-4256-96ED-5C4CF796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37E8"/>
                </a:solidFill>
              </a:defRPr>
            </a:pPr>
            <a:r>
              <a:rPr sz="2250" b="1">
                <a:solidFill>
                  <a:srgbClr val="7037E8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90F0D-7103-4CC8-8C6F-1C86B345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9D9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D1443B-BA77-46B6-BE0D-DF79A452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908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Storage próprio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5BF3C-C403-4E87-ADD4-7726C0BD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813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070"/>
                </a:solidFill>
              </a:defRPr>
            </a:pPr>
            <a:r>
              <a:rPr sz="1200" b="0">
                <a:solidFill>
                  <a:srgbClr val="5A6070"/>
                </a:solidFill>
              </a:rPr>
              <a:t>ownership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1DC0F9-7F95-48BB-B342-49D0B31D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Sem imports de internals entre apps • UI por ViewModels • domínio forte app-local • bootstrap como composição</a:t>
            </a:r>
          </a:p>
        </p:txBody>
      </p:sp>
    </p:spTree>
    <p:extLst>
      <p:ext uri="{BB962C8B-B14F-4D97-AF65-F5344CB8AC3E}">
        <p14:creationId xmlns:p14="http://schemas.microsoft.com/office/powerpoint/2010/main" val="9254682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59323-2CE7-4E35-A5BE-81AB7C71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3661D-8522-4E3B-9636-46F32A58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37E8"/>
                </a:solidFill>
              </a:defRPr>
            </a:pPr>
            <a:r>
              <a:rPr sz="1125" b="1">
                <a:solidFill>
                  <a:srgbClr val="7037E8"/>
                </a:solidFill>
              </a:rPr>
              <a:t>MATRIZ /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9DBB8-5D92-4FAC-84F1-B719137A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A publicação depende de quatro decisões objetivas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C401B-CA20-43DA-B309-CC55496B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070"/>
                </a:solidFill>
              </a:defRPr>
            </a:pPr>
            <a:r>
              <a:rPr sz="975" b="1">
                <a:solidFill>
                  <a:srgbClr val="5A6070"/>
                </a:solidFill>
              </a:rPr>
              <a:t>27 AGO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F4C0F-CEDA-4616-807C-87AC9828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037E8"/>
                </a:solidFill>
              </a:defRPr>
            </a:pPr>
            <a:r>
              <a:rPr sz="2250" b="1">
                <a:solidFill>
                  <a:srgbClr val="7037E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3BE4E-AF56-457D-BFCE-4E8067C0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Assinar e testar os executáveis em Windows limpo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9E733-2D00-414B-A465-CD0BF7A6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9CD9D-FAD5-494F-8C9B-30575901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037E8"/>
                </a:solidFill>
              </a:defRPr>
            </a:pPr>
            <a:r>
              <a:rPr sz="2250" b="1">
                <a:solidFill>
                  <a:srgbClr val="7037E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A6B94-DF76-4DFE-BEBE-A13D5991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Diagnosticar o Hub preso em carregamento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D290E-8258-46CA-AF15-0CE8B99E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28975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1B11A-13ED-4E96-A81A-3C9FAFAF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037E8"/>
                </a:solidFill>
              </a:defRPr>
            </a:pPr>
            <a:r>
              <a:rPr sz="2250" b="1">
                <a:solidFill>
                  <a:srgbClr val="7037E8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1666E-D4AE-42FA-B16D-2EE3C142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Definir duas URLs HTTPS oficiais do Seumei Desktop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F4655-8884-4AD8-B9EC-1CFC720C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9E1A9-E9CE-4B37-9AEF-05F34C61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037E8"/>
                </a:solidFill>
              </a:defRPr>
            </a:pPr>
            <a:r>
              <a:rPr sz="2250" b="1">
                <a:solidFill>
                  <a:srgbClr val="7037E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8DCA2-2CFF-4033-809F-11029092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Repetir gates e criar a tag v1.0.0 após aceite humano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F0D56-77F2-4D25-BC03-727D452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29225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6904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E7DC7-0FBC-4577-94B3-E4E317CF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449A8-03CA-4B96-95AF-F7BFC2E8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37E8"/>
                </a:solidFill>
              </a:defRPr>
            </a:pPr>
            <a:r>
              <a:rPr sz="1200" b="1">
                <a:solidFill>
                  <a:srgbClr val="7037E8"/>
                </a:solidFill>
              </a:rPr>
              <a:t>PRÓXIMO MARCO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E311C-1223-4E64-A845-A0675BC0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318"/>
                </a:solidFill>
              </a:defRPr>
            </a:pPr>
            <a:r>
              <a:rPr sz="3750" b="1">
                <a:solidFill>
                  <a:srgbClr val="111318"/>
                </a:solidFill>
              </a:rPr>
              <a:t>Transformar a V1 local</a:t>
            </a:r>
          </a:p>
          <a:p xmlns:a="http://schemas.openxmlformats.org/drawingml/2006/main">
            <a:pPr algn="l">
              <a:defRPr sz="3750" b="1">
                <a:solidFill>
                  <a:srgbClr val="111318"/>
                </a:solidFill>
              </a:defRPr>
            </a:pPr>
            <a:r>
              <a:rPr sz="3750" b="1">
                <a:solidFill>
                  <a:srgbClr val="111318"/>
                </a:solidFill>
              </a:rPr>
              <a:t>em uma release pública confiável.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51912-01C5-47A9-8467-C9F2B745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037E8"/>
                </a:solidFill>
              </a:defRPr>
            </a:pPr>
            <a:r>
              <a:rPr sz="1875" b="1">
                <a:solidFill>
                  <a:srgbClr val="7037E8"/>
                </a:solidFill>
              </a:rPr>
              <a:t>Assinar  →  instalar em ambiente limpo  →  repetir gates  →  taguear  →  publicar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500AA-6CE6-494C-BB3D-980D20B7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070"/>
                </a:solidFill>
              </a:defRPr>
            </a:pPr>
            <a:r>
              <a:rPr sz="1650" b="0">
                <a:solidFill>
                  <a:srgbClr val="5A6070"/>
                </a:solidFill>
              </a:rPr>
              <a:t>O patrimônio permanece recuperável até o aceite final.</a:t>
            </a:r>
          </a:p>
        </p:txBody>
      </p:sp>
    </p:spTree>
    <p:extLst>
      <p:ext uri="{BB962C8B-B14F-4D97-AF65-F5344CB8AC3E}">
        <p14:creationId xmlns:p14="http://schemas.microsoft.com/office/powerpoint/2010/main" val="1883419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2026-08-27T23:24:51.7110000Z</dcterms:created>
  <dcterms:modified xsi:type="dcterms:W3CDTF">2026-08-27T23:24:51.7120000Z</dcterms:modified>
</coreProperties>
</file>